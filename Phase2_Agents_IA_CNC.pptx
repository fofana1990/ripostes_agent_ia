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FEUILLE DE ROUTE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en place les agents IA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veille en continu à la riposte vérifiée — une chaîne d'agents supervisée par l'humain.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627632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319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24/7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42032" y="3931920"/>
            <a:ext cx="2340864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39319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précoce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57216" y="3931920"/>
            <a:ext cx="2340864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</p:sp>
      <p:sp>
        <p:nvSpPr>
          <p:cNvPr id="10" name="Text 8"/>
          <p:cNvSpPr/>
          <p:nvPr/>
        </p:nvSpPr>
        <p:spPr>
          <a:xfrm>
            <a:off x="5157216" y="39319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sourcé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39319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Riposte validée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: l'analyse descriptive de la crise réelle (phase 1) calibre les seuils des agents.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L'architecture : une chaîne de 6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post traverse la chaîne en quelques secondes ; rien n'est publié sans validation humaine.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1947672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du flux X / outil de listening, en streaming.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03704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32304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76956" y="1947672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3076956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23744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42032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standardisation à la volée.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69080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42332" y="194767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494233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89120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Veille &amp; détection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07408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calibrés sur la phase 1 → alerte graduée.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34456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163056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7708" y="1947672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07708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54496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2784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amplifie, narratif, sentiment, score de bot.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99832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028432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73084" y="194767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0" name="Text 28"/>
          <p:cNvSpPr/>
          <p:nvPr/>
        </p:nvSpPr>
        <p:spPr>
          <a:xfrm>
            <a:off x="8673084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119872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Fact-check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38160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affirmations, sources citées.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665208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893808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38460" y="194767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1053846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985248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Riposte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03536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Brouillons de réponse argumentés et sourcés.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39776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3977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humaine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 responsable du CNC valide, ajuste ou rejette toute riposte avant publication.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66928" y="49834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2960" y="4983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Boucle de feedback 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l'effet de chaque riposte affine les seuils d'alerte et la watchlist. Le système s'améliore à chaque crise.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agents critiques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se joue la qualité de la riposte — et le risque.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tôt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97180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les reprises et leur vitesse en glissant.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issus de la phase 1 (doublement ~49 h, pic).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graduée : faible → montée → crise.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71416" y="16002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1874520"/>
            <a:ext cx="457200" cy="45720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340096" y="18928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Fact-check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45736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halluciner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4024" y="297180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Confronte les affirmations aux sources officielles.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vrai / faux / trompeur, avec citations.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riposte sur une info non vérifiée.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02752" y="16002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18745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71432" y="18928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Riposte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77072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Proposer, pas publier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297180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options de réponse (ton, angle, canal).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Appuyées sur les faits vérifiés.</a:t>
            </a:r>
            <a:endParaRPr lang="en-US" sz="125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soumises à validation humaine.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réel : du signal à la riposte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épisode, traité par la chaîne en minutes plutôt qu'analysé après coup.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655064"/>
            <a:ext cx="237744" cy="237744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892808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14:02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15819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publie « le CNC finance un clip anti-France ».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0" y="15819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Ingéré, normalisé, analysé. Sous le seuil → veille.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404872"/>
            <a:ext cx="237744" cy="23774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2642616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2331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gros comptes le reprennent : +500 RT en 30 min.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9552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« montée en charge » (niveau orange) au CNC.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3154680"/>
            <a:ext cx="237744" cy="237744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8992" y="3392424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0998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3081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situation générée.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55280" y="3081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Primo-diffuseur, amplificateurs, narratif, sentiment.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3904488"/>
            <a:ext cx="237744" cy="237744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" y="4142232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849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8313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automatique.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955280" y="3831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réel, cadre légal, sources officielles citées.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4654296"/>
            <a:ext cx="237744" cy="237744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8992" y="4892040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4599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97480" y="45811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brouillons de riposte proposés.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55280" y="45811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responsable com relit et ajuste.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" y="5404104"/>
            <a:ext cx="237744" cy="237744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5349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15:25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697480" y="5330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Riposte validée et publiée.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55280" y="5330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 feedback mesure l'effet.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716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prend des semaines à comprendre après coup se fait pendant la crise.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Calibrage &amp; garde-fous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 règle les agents ; la gouvernance encadre leur usage.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 calibre les agents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d'alerte issus de la crise réelle (doublement ~49 h, pic à 751 posts/h).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des amplificateurs récurrents identifiés.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Classifieurs entraînés/évalués sur les labels existants (sentiment, type d'engagement).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 d'essai : rejouer cette crise pour tester un agent.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A1A2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Garde-fous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: aucune publication sans validation.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: pas de riposte sans fact-check sourcé.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: données d'auteurs = données personnelles à protéger.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d'usage de X et accès API à cadrer (coût, quotas).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: journaliser chaque décision de l'agent.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prototype mesurable à l'automatisation supervisée.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 &amp; socle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le flux X / listening, rejouer le pipeline phase 1 en continu.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57016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13048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3048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13048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les seuils d'alerte + tableau de bord de veille.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08776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73952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9984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9984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fact-check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9984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Classifieurs en direct + vérification sourcée des affirmations.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25712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390888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46920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46920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Riposte supervisée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46920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Brouillons assistés, validation humaine, boucle de feedback.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jalon, un livrable mesurable — pas de « grand soir » technologique.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 en place des agents IA de veille et de riposte</dc:title>
  <dc:subject>PptxGenJS Presentation</dc:subject>
  <dc:creator>Phase 2 — Agents IA CNC</dc:creator>
  <cp:lastModifiedBy>Phase 2 — Agents IA CNC</cp:lastModifiedBy>
  <cp:revision>1</cp:revision>
  <dcterms:created xsi:type="dcterms:W3CDTF">2026-06-24T13:32:22Z</dcterms:created>
  <dcterms:modified xsi:type="dcterms:W3CDTF">2026-06-24T13:32:22Z</dcterms:modified>
</cp:coreProperties>
</file>