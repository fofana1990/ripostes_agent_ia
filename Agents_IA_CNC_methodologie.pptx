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214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D'AGENTS IA  ·  DOSSIER TECHNIQUE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d'agents IA - Veille &amp; Riposte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des agents · méthodologie · rôles · processus d'exécution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1307592" cy="548640"/>
          </a:xfrm>
          <a:prstGeom prst="roundRect">
            <a:avLst>
              <a:gd name="adj" fmla="val 50000"/>
            </a:avLst>
          </a:prstGeom>
          <a:solidFill>
            <a:srgbClr val="232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21992" y="4023360"/>
            <a:ext cx="2542032" cy="548640"/>
          </a:xfrm>
          <a:prstGeom prst="roundRect">
            <a:avLst>
              <a:gd name="adj" fmla="val 50000"/>
            </a:avLst>
          </a:prstGeom>
          <a:solidFill>
            <a:srgbClr val="232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221992" y="402336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LangChain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38344" y="4023360"/>
            <a:ext cx="2418588" cy="548640"/>
          </a:xfrm>
          <a:prstGeom prst="roundRect">
            <a:avLst>
              <a:gd name="adj" fmla="val 50000"/>
            </a:avLst>
          </a:prstGeom>
          <a:solidFill>
            <a:srgbClr val="232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038344" y="4023360"/>
            <a:ext cx="24185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31252" y="4023360"/>
            <a:ext cx="2542032" cy="548640"/>
          </a:xfrm>
          <a:prstGeom prst="roundRect">
            <a:avLst>
              <a:gd name="adj" fmla="val 50000"/>
            </a:avLst>
          </a:prstGeom>
          <a:solidFill>
            <a:srgbClr val="2324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31252" y="4023360"/>
            <a:ext cx="2542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Anti-hallucination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d'application : polémique CNC sur X (35 396 posts)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méthodologie : 4 principes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choix de conception qui </a:t>
            </a:r>
            <a:r>
              <a:rPr lang="en-US" sz="1400" dirty="0" err="1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garantisse</a:t>
            </a: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fiabilité</a:t>
            </a: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déterministe décide, l'IA rédige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2670048"/>
            <a:ext cx="476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qui est quantitatif (volume, vitesse, acteurs) est calculé en Python. Le LLM n'intervient que pour classer, résumer, rédiger.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6629400" y="1920240"/>
            <a:ext cx="457200" cy="457200"/>
          </a:xfrm>
          <a:prstGeom prst="ellipse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6294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223760" y="193852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Sorties typées (Pydantic)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47688" y="2670048"/>
            <a:ext cx="476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produit une structure validée. Le LLM est contraint par un schéma : pas de dérive, interfaces stables.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914400" y="4160520"/>
            <a:ext cx="457200" cy="457200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508760" y="41788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Ancrage strict + température 0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32688" y="4910328"/>
            <a:ext cx="476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LLM ne voit que les faits calculés. Consigne : « non déterminable » si l'info manque. Déterminisme total.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8862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629400" y="4160520"/>
            <a:ext cx="457200" cy="457200"/>
          </a:xfrm>
          <a:prstGeom prst="ellipse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6294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223760" y="417880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47688" y="4910328"/>
            <a:ext cx="476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n'est publié sans validation d'un opérateur CNC. L'IA propose, l'humain décide.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L'architecture : une chaîne de 3 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séquentielle : la sortie de l'un est l'entrée du suivant.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249424" y="2075688"/>
            <a:ext cx="438912" cy="438912"/>
          </a:xfrm>
          <a:prstGeom prst="ellipse">
            <a:avLst/>
          </a:prstGeom>
          <a:solidFill>
            <a:srgbClr val="6C75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2249424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624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990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l'emballement (déterministe).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42232" y="2514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663440" y="18745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135624" y="2075688"/>
            <a:ext cx="438912" cy="438912"/>
          </a:xfrm>
          <a:prstGeom prst="ellipse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135624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754880" y="2624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2990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 : narratif, acteurs, sentiment (LLM).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28432" y="2514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549640" y="187452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10021824" y="2075688"/>
            <a:ext cx="438912" cy="438912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10021824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641080" y="2624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Riposte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41080" y="2990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73252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 un brouillon sourcé (LLM).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3977640"/>
            <a:ext cx="10634472" cy="731520"/>
          </a:xfrm>
          <a:prstGeom prst="roundRect">
            <a:avLst>
              <a:gd name="adj" fmla="val 125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005840" y="397764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humaine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un opérateur CNC valide, édite ou rejette toute riposte.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" y="4892040"/>
            <a:ext cx="10634472" cy="713232"/>
          </a:xfrm>
          <a:prstGeom prst="roundRect">
            <a:avLst>
              <a:gd name="adj" fmla="val 12821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005840" y="489204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feedback  </a:t>
            </a: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l'effet de chaque riposte affine les seuils et la watchlist.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rôle de chaque agent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→ traitement → sortie. Un contrat de données typé entre chaque étape.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1 — Détection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231343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C757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23134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DÉTERMINISTE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283464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flux de posts (par heure)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: volume vs ligne de base → niveau (faible/montée/crise) ; reconstruit les cascades de RT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DetectedEvent — faits : amplificateurs, posts sources, sentiment, narratifs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160020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75488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2 — Analyse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754880" y="231343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3A8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54880" y="23134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73168" y="283464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DetectedEvent (les faits)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: Gemini/Mistral résume, qualifie le narratif, liste les affirmations à vérifier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SituationReport — fiche de situation typée, ancrée sur les faits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60020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59536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3 — Riposte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595360" y="231343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945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595360" y="231343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13648" y="283464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SituationReport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 : rédige un brouillon mesuré, factuel, sourcé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RiposteDraft — validation humaine requise (jamais publié auto)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processus d'exécution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configuration à la riposte validée, pas à pas.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792224"/>
            <a:ext cx="402336" cy="402336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14400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15568" y="2194560"/>
            <a:ext cx="0" cy="2377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554480" y="1810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Boucle temps réel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18196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L'horloge avance heure par heure ; l'agent ne voit que le passé.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432304"/>
            <a:ext cx="402336" cy="402336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14400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15568" y="2834640"/>
            <a:ext cx="0" cy="2377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554480" y="24505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24597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le niveau ; machine à états : ouvre, escalade, clôt l'événement.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3072384"/>
            <a:ext cx="402336" cy="402336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914400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115568" y="3474720"/>
            <a:ext cx="0" cy="2377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1554480" y="3090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TriggerPolicy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30998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 QUAND déclencher (configurable : seuil ou escalade).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3712464"/>
            <a:ext cx="402336" cy="402336"/>
          </a:xfrm>
          <a:prstGeom prst="ellipse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1440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15568" y="4114800"/>
            <a:ext cx="0" cy="2377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554480" y="37307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Snapshot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373989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un DetectedEvent à partir des seuls faits connus.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4400" y="4352544"/>
            <a:ext cx="402336" cy="402336"/>
          </a:xfrm>
          <a:prstGeom prst="ellipse">
            <a:avLst/>
          </a:prstGeom>
          <a:solidFill>
            <a:srgbClr val="3A86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914400" y="4352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115568" y="4754880"/>
            <a:ext cx="0" cy="237744"/>
          </a:xfrm>
          <a:prstGeom prst="line">
            <a:avLst/>
          </a:prstGeom>
          <a:noFill/>
          <a:ln w="19050">
            <a:solidFill>
              <a:srgbClr val="D5DA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554480" y="4370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→ Riposte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0" y="437997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agents LLM produisent fiche puis brouillon de riposte.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4400" y="4992624"/>
            <a:ext cx="402336" cy="402336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914400" y="4992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54480" y="50109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humaine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572000" y="50200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CNC valide / édite / rejette dans le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Garde-fous &amp; qualité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rend le système fiable, traçable et réutilisable.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207008"/>
          </a:xfrm>
          <a:prstGeom prst="roundRect">
            <a:avLst>
              <a:gd name="adj" fmla="val 5303"/>
            </a:avLst>
          </a:prstGeom>
          <a:solidFill>
            <a:srgbClr val="23244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914400" y="19933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Anti-hallucination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Déterministe pour le quantitatif + ancrage strict + sorties typées.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349240" cy="1207008"/>
          </a:xfrm>
          <a:prstGeom prst="roundRect">
            <a:avLst>
              <a:gd name="adj" fmla="val 5303"/>
            </a:avLst>
          </a:prstGeom>
          <a:solidFill>
            <a:srgbClr val="23244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629400" y="19933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Déclenchement configurable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TriggerPolicy : seuil minimal, mode seuil ou escalade, cooldown.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349240" cy="1207008"/>
          </a:xfrm>
          <a:prstGeom prst="roundRect">
            <a:avLst>
              <a:gd name="adj" fmla="val 5303"/>
            </a:avLst>
          </a:prstGeom>
          <a:solidFill>
            <a:srgbClr val="23244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14400" y="33649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générique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réutilisable (LLM, runtime, trigger) séparée du domaine.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3200400"/>
            <a:ext cx="5349240" cy="1207008"/>
          </a:xfrm>
          <a:prstGeom prst="roundRect">
            <a:avLst>
              <a:gd name="adj" fmla="val 5303"/>
            </a:avLst>
          </a:prstGeom>
          <a:solidFill>
            <a:srgbClr val="23244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629400" y="33649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audit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29400" y="37490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: chaque décision est tracée.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5349240" cy="1207008"/>
          </a:xfrm>
          <a:prstGeom prst="roundRect">
            <a:avLst>
              <a:gd name="adj" fmla="val 5303"/>
            </a:avLst>
          </a:prstGeom>
          <a:solidFill>
            <a:srgbClr val="23244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914400" y="47365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945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Souveraineté du modèle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ou Mistral, interchangeables via la config.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4572000"/>
            <a:ext cx="5349240" cy="1207008"/>
          </a:xfrm>
          <a:prstGeom prst="roundRect">
            <a:avLst>
              <a:gd name="adj" fmla="val 5303"/>
            </a:avLst>
          </a:prstGeom>
          <a:solidFill>
            <a:srgbClr val="23244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629400" y="47365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3A86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Cadre légal (à venir)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629400" y="51206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7D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sur les données d'auteurs, conditions d'usage de X.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le déterministe décide quand, l'IA produit quoi, l'humain valide.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600</Words>
  <Application>Microsoft Office PowerPoint</Application>
  <PresentationFormat>Grand écran</PresentationFormat>
  <Paragraphs>98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 IA — Veille &amp; Riposte CNC</dc:title>
  <dc:subject>PptxGenJS Presentation</dc:subject>
  <dc:creator>Système d'agents CNC</dc:creator>
  <cp:lastModifiedBy>Damigou BOUNDJA</cp:lastModifiedBy>
  <cp:revision>2</cp:revision>
  <dcterms:created xsi:type="dcterms:W3CDTF">2026-06-25T10:29:31Z</dcterms:created>
  <dcterms:modified xsi:type="dcterms:W3CDTF">2026-06-26T07:18:12Z</dcterms:modified>
</cp:coreProperties>
</file>